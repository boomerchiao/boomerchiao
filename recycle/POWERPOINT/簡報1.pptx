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教傑 黃" initials="教黃" lastIdx="1" clrIdx="0">
    <p:extLst>
      <p:ext uri="{19B8F6BF-5375-455C-9EA6-DF929625EA0E}">
        <p15:presenceInfo xmlns:p15="http://schemas.microsoft.com/office/powerpoint/2012/main" userId="702e9bebc42552d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D2F9"/>
    <a:srgbClr val="F1F6FC"/>
    <a:srgbClr val="AABBD0"/>
    <a:srgbClr val="76C1FF"/>
    <a:srgbClr val="284F86"/>
    <a:srgbClr val="D9E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23" autoAdjust="0"/>
    <p:restoredTop sz="90385" autoAdjust="0"/>
  </p:normalViewPr>
  <p:slideViewPr>
    <p:cSldViewPr snapToGrid="0">
      <p:cViewPr>
        <p:scale>
          <a:sx n="75" d="100"/>
          <a:sy n="75" d="100"/>
        </p:scale>
        <p:origin x="120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F4203F-38D2-5AF8-1F43-D6C1BC95B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503D91E-66CA-A8D4-1EBA-035CF2FB7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305117-A68D-87D2-EC86-3F1129A4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7FD917-E6BB-B066-8993-961D1348B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4B8FCD-352D-B678-5F98-D3FE4C30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01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84DC8C-A1D0-6BF4-8875-978C6C94D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FBB89F-B085-9791-BF6C-A7BA772F7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8E6B2F-9655-5AD2-E731-6049EC0EC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27B35F4-DC2A-9E30-5CF9-A1AAAAF7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717825-E2A6-E132-1005-EADA4455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87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9513B-413C-1603-9963-38D0BB1F3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F6A5F9-2446-87BF-5ABB-78ED7078C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836F37-8706-AE7C-91EC-7DDFB573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4E7B5E-29F3-A28A-E8C6-9C31BB7BD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FC43E0-D803-D6C2-32F1-B79733C7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21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A19394-51D2-149B-AA25-ACAAAF24E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6ACFB3-DB06-271B-75B0-12FCDA3D2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FCFE52-8BD0-59A0-A560-7606A280D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E45DF3-A4F6-8A49-345B-020167219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BA9AA41-F6AC-E86D-1624-A3117FE98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8F457A-38AE-1E82-A20D-5B66A070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521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5BEC1D-3E94-C63B-35A8-C9BA15F6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221A36-9123-BE1D-B0F9-C77CBCC65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02F002-BC2F-531B-D64B-4D271C74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BD7344-61BE-A9A5-B138-7A574CB4C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579E9E0-7579-1886-4406-5761AD662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CC21416-2689-297E-9C3F-A0811059E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99271F4-1565-CEE6-E02A-F241408F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BA2DEC4-D214-E1D7-39D7-E6814746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364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E8ABFD-B32E-C144-531F-36F4BFAB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96ED37F-835D-8AA3-6B94-83024081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7CC756A-8CD9-0B15-9957-1A8613EF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AF1CF6-E78B-3B35-87AE-B3F8485D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388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C4B8F39-39F8-C4EA-B8C4-0F3E1C665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BA14A9F-D77E-0554-A5E1-1D32BE2B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4BD7A2-1383-DF3B-4E43-5F4A95AA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6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A1104-247B-60B3-8A68-DBC0A028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9775D7-0AD0-A9D6-E2CC-C5354ED1C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2DE2EA-F254-9BBE-431B-58B099CEE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5AA520-F242-E1E3-3DEE-15BAFD80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C94407-AEBA-B903-A959-AE9350502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40F214-893B-0ACE-2B9D-1949E7A5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509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1C5989-8D14-4952-91E7-5D2C6846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E44E00B-6CC4-E67D-77AA-9F301FEA7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A1271BE-D46A-1FBE-BFB5-7FF679788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98D9AA-B4EB-CEA0-B563-C85278ED9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18E341-2354-85ED-0490-9278EE2D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498A39-6970-78F4-8D69-751B9F75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18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DB583C-FDA1-20CD-7C14-BB92A3C6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8A5C45-567E-CC9F-1868-56F7938EE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934645-172B-1357-FE4C-79BFB9BB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4D1FAA-D89A-212D-EF88-9ECE8860F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CFCD80-D659-1354-7FC3-CE9B91FE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517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2F62F94-818E-0AB1-90E7-CC8B9D02C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01EC6B-645F-7FC1-9141-D09BA39C3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253765-1BFB-AD52-3502-0EFC6B53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C42A3D-4F2E-D283-AE82-420E51C5C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74CB0B6-EA88-570B-5A10-B4D32C45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398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DEBFEFE-22CA-97AD-5E1A-A24E8364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151E9B-3A1C-43A1-C7F7-81958CC4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DB16E1-CFD3-CB12-7AFE-7F5A4E4C4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15A39-D556-4365-B17D-F63285EEE1A3}" type="datetimeFigureOut">
              <a:rPr lang="zh-TW" altLang="en-US" smtClean="0"/>
              <a:t>2025/8/3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67407E-7A7E-7F86-3A8C-0D2BC93BF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2DDB4-65E1-D530-63F2-0C07CAC01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19530-DD6A-48F5-AF86-A59AA9A3D28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70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EDEBE1E-34B1-CE08-459A-DBEE223A2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4894" y="-7001344"/>
            <a:ext cx="12600000" cy="189000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2319C55-3D8C-BC7F-4E47-08888D9A5B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0931" y="-6249114"/>
            <a:ext cx="12600000" cy="18900000"/>
          </a:xfrm>
          <a:prstGeom prst="rect">
            <a:avLst/>
          </a:prstGeom>
          <a:solidFill>
            <a:srgbClr val="D9E6F2"/>
          </a:solidFill>
        </p:spPr>
      </p:pic>
      <p:sp>
        <p:nvSpPr>
          <p:cNvPr id="4" name="箭號: 有線條的向右箭號 3">
            <a:extLst>
              <a:ext uri="{FF2B5EF4-FFF2-40B4-BE49-F238E27FC236}">
                <a16:creationId xmlns:a16="http://schemas.microsoft.com/office/drawing/2014/main" id="{5306B486-202B-EB32-75B3-861FCE6B4158}"/>
              </a:ext>
            </a:extLst>
          </p:cNvPr>
          <p:cNvSpPr/>
          <p:nvPr/>
        </p:nvSpPr>
        <p:spPr>
          <a:xfrm>
            <a:off x="68580" y="1985955"/>
            <a:ext cx="11990070" cy="600075"/>
          </a:xfrm>
          <a:prstGeom prst="stripedRightArrow">
            <a:avLst/>
          </a:prstGeom>
          <a:gradFill flip="none" rotWithShape="1">
            <a:gsLst>
              <a:gs pos="0">
                <a:srgbClr val="F1F6FC">
                  <a:shade val="30000"/>
                  <a:satMod val="115000"/>
                </a:srgbClr>
              </a:gs>
              <a:gs pos="50000">
                <a:srgbClr val="F1F6FC">
                  <a:shade val="67500"/>
                  <a:satMod val="115000"/>
                </a:srgbClr>
              </a:gs>
              <a:gs pos="100000">
                <a:srgbClr val="F1F6FC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rgbClr val="AABB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32B003E-0BEC-A7F4-0EC4-5FCE99F73FA4}"/>
              </a:ext>
            </a:extLst>
          </p:cNvPr>
          <p:cNvSpPr txBox="1"/>
          <p:nvPr/>
        </p:nvSpPr>
        <p:spPr>
          <a:xfrm>
            <a:off x="-58989" y="2586030"/>
            <a:ext cx="26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2021</a:t>
            </a:r>
          </a:p>
          <a:p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dirty="0">
                <a:solidFill>
                  <a:schemeClr val="bg1"/>
                </a:solidFill>
              </a:rPr>
              <a:t>製作</a:t>
            </a:r>
            <a:r>
              <a:rPr lang="en-US" altLang="zh-TW" dirty="0">
                <a:solidFill>
                  <a:schemeClr val="bg1"/>
                </a:solidFill>
              </a:rPr>
              <a:t>Arduino </a:t>
            </a:r>
            <a:r>
              <a:rPr lang="zh-TW" altLang="en-US" dirty="0">
                <a:solidFill>
                  <a:schemeClr val="bg1"/>
                </a:solidFill>
              </a:rPr>
              <a:t>觸控播放器</a:t>
            </a:r>
            <a:endParaRPr lang="en-US" altLang="zh-TW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學習</a:t>
            </a:r>
            <a:r>
              <a:rPr lang="en-US" altLang="zh-TW" dirty="0">
                <a:solidFill>
                  <a:schemeClr val="bg1"/>
                </a:solidFill>
              </a:rPr>
              <a:t>Unity VR</a:t>
            </a:r>
            <a:r>
              <a:rPr lang="zh-TW" altLang="en-US" dirty="0">
                <a:solidFill>
                  <a:schemeClr val="bg1"/>
                </a:solidFill>
              </a:rPr>
              <a:t>、 </a:t>
            </a:r>
            <a:r>
              <a:rPr lang="en-US" altLang="zh-TW" dirty="0" err="1">
                <a:solidFill>
                  <a:schemeClr val="bg1"/>
                </a:solidFill>
              </a:rPr>
              <a:t>KiCad</a:t>
            </a:r>
            <a:r>
              <a:rPr lang="zh-TW" altLang="en-US" dirty="0">
                <a:solidFill>
                  <a:schemeClr val="bg1"/>
                </a:solidFill>
              </a:rPr>
              <a:t> 、 </a:t>
            </a:r>
            <a:r>
              <a:rPr lang="en-US" altLang="zh-TW" dirty="0">
                <a:solidFill>
                  <a:schemeClr val="bg1"/>
                </a:solidFill>
              </a:rPr>
              <a:t>Blender</a:t>
            </a:r>
            <a:r>
              <a:rPr lang="zh-TW" altLang="en-US" dirty="0">
                <a:solidFill>
                  <a:schemeClr val="bg1"/>
                </a:solidFill>
              </a:rPr>
              <a:t>、</a:t>
            </a:r>
            <a:r>
              <a:rPr lang="en-US" altLang="zh-TW" dirty="0" err="1">
                <a:solidFill>
                  <a:schemeClr val="bg1"/>
                </a:solidFill>
              </a:rPr>
              <a:t>Tinkercad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72073DC-4055-B0BA-BB97-C548B91C0FEB}"/>
              </a:ext>
            </a:extLst>
          </p:cNvPr>
          <p:cNvSpPr txBox="1"/>
          <p:nvPr/>
        </p:nvSpPr>
        <p:spPr>
          <a:xfrm>
            <a:off x="1662953" y="532487"/>
            <a:ext cx="26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2022</a:t>
            </a:r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dirty="0">
                <a:solidFill>
                  <a:schemeClr val="bg1"/>
                </a:solidFill>
              </a:rPr>
              <a:t>驗證</a:t>
            </a:r>
            <a:r>
              <a:rPr lang="en-US" altLang="zh-TW" dirty="0">
                <a:solidFill>
                  <a:schemeClr val="bg1"/>
                </a:solidFill>
              </a:rPr>
              <a:t>Arduino </a:t>
            </a:r>
            <a:r>
              <a:rPr lang="zh-TW" altLang="en-US" dirty="0">
                <a:solidFill>
                  <a:schemeClr val="bg1"/>
                </a:solidFill>
              </a:rPr>
              <a:t>觸控播放器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製作</a:t>
            </a:r>
            <a:r>
              <a:rPr lang="en-US" altLang="zh-TW" dirty="0">
                <a:solidFill>
                  <a:schemeClr val="bg1"/>
                </a:solidFill>
              </a:rPr>
              <a:t>Arduino </a:t>
            </a:r>
            <a:r>
              <a:rPr lang="zh-TW" altLang="en-US" dirty="0">
                <a:solidFill>
                  <a:schemeClr val="bg1"/>
                </a:solidFill>
              </a:rPr>
              <a:t>氣象站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、 </a:t>
            </a:r>
            <a:r>
              <a:rPr lang="en-US" altLang="zh-TW" dirty="0">
                <a:solidFill>
                  <a:schemeClr val="bg1"/>
                </a:solidFill>
              </a:rPr>
              <a:t>Arduino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 err="1">
                <a:solidFill>
                  <a:schemeClr val="bg1"/>
                </a:solidFill>
              </a:rPr>
              <a:t>Detectionvalve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構思下一代互動式作品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E3AB2D-F9B5-BFD1-C930-0263BBA2D8BB}"/>
              </a:ext>
            </a:extLst>
          </p:cNvPr>
          <p:cNvSpPr txBox="1"/>
          <p:nvPr/>
        </p:nvSpPr>
        <p:spPr>
          <a:xfrm>
            <a:off x="8771966" y="2586030"/>
            <a:ext cx="26625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The future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應用 </a:t>
            </a:r>
            <a:r>
              <a:rPr lang="en-US" altLang="zh-TW" dirty="0">
                <a:solidFill>
                  <a:schemeClr val="bg1"/>
                </a:solidFill>
              </a:rPr>
              <a:t>YOLO </a:t>
            </a:r>
            <a:r>
              <a:rPr lang="zh-TW" altLang="en-US" dirty="0">
                <a:solidFill>
                  <a:schemeClr val="bg1"/>
                </a:solidFill>
              </a:rPr>
              <a:t>於現場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物件辨識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開發 </a:t>
            </a:r>
            <a:r>
              <a:rPr lang="en-US" altLang="zh-TW" dirty="0">
                <a:solidFill>
                  <a:schemeClr val="bg1"/>
                </a:solidFill>
              </a:rPr>
              <a:t>n8n </a:t>
            </a:r>
            <a:r>
              <a:rPr lang="zh-TW" altLang="en-US" dirty="0">
                <a:solidFill>
                  <a:schemeClr val="bg1"/>
                </a:solidFill>
              </a:rPr>
              <a:t>自動化</a:t>
            </a:r>
            <a:endParaRPr lang="en-US" altLang="zh-TW">
              <a:solidFill>
                <a:schemeClr val="bg1"/>
              </a:solidFill>
            </a:endParaRPr>
          </a:p>
          <a:p>
            <a:pPr algn="ctr"/>
            <a:r>
              <a:rPr lang="zh-TW" altLang="en-US">
                <a:solidFill>
                  <a:schemeClr val="bg1"/>
                </a:solidFill>
              </a:rPr>
              <a:t>流程</a:t>
            </a:r>
            <a:r>
              <a:rPr lang="zh-TW" altLang="en-US" dirty="0">
                <a:solidFill>
                  <a:schemeClr val="bg1"/>
                </a:solidFill>
              </a:rPr>
              <a:t>應用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規劃一體機與智能倉庫管理系統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069C205-8B5B-4C0C-919F-42D01E50E5C7}"/>
              </a:ext>
            </a:extLst>
          </p:cNvPr>
          <p:cNvSpPr txBox="1"/>
          <p:nvPr/>
        </p:nvSpPr>
        <p:spPr>
          <a:xfrm>
            <a:off x="5656730" y="508627"/>
            <a:ext cx="26625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2025</a:t>
            </a:r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dirty="0">
                <a:solidFill>
                  <a:schemeClr val="bg1"/>
                </a:solidFill>
              </a:rPr>
              <a:t>製作</a:t>
            </a:r>
            <a:r>
              <a:rPr lang="en-US" altLang="zh-TW" dirty="0">
                <a:solidFill>
                  <a:schemeClr val="bg1"/>
                </a:solidFill>
              </a:rPr>
              <a:t>Air-Quality-Monitor</a:t>
            </a:r>
            <a:r>
              <a:rPr lang="zh-TW" altLang="en-US" dirty="0">
                <a:solidFill>
                  <a:schemeClr val="bg1"/>
                </a:solidFill>
              </a:rPr>
              <a:t> 太陽能超級電容充電板、溫溼度名片卡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進一步開發檢測器模組</a:t>
            </a:r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7EBFCC5-CBFD-5338-4770-BD0EAC31707B}"/>
              </a:ext>
            </a:extLst>
          </p:cNvPr>
          <p:cNvSpPr txBox="1"/>
          <p:nvPr/>
        </p:nvSpPr>
        <p:spPr>
          <a:xfrm>
            <a:off x="4325471" y="2586030"/>
            <a:ext cx="26625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2024</a:t>
            </a:r>
            <a:br>
              <a:rPr lang="en-US" altLang="zh-TW" dirty="0">
                <a:solidFill>
                  <a:schemeClr val="bg1"/>
                </a:solidFill>
              </a:rPr>
            </a:br>
            <a:r>
              <a:rPr lang="zh-TW" altLang="en-US" dirty="0">
                <a:solidFill>
                  <a:schemeClr val="bg1"/>
                </a:solidFill>
              </a:rPr>
              <a:t>製作</a:t>
            </a:r>
            <a:r>
              <a:rPr lang="en-US" altLang="zh-TW" dirty="0">
                <a:solidFill>
                  <a:schemeClr val="bg1"/>
                </a:solidFill>
              </a:rPr>
              <a:t>Arduino Interactive Gifts</a:t>
            </a: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學習</a:t>
            </a:r>
            <a:r>
              <a:rPr lang="en-US" altLang="zh-TW" dirty="0">
                <a:solidFill>
                  <a:schemeClr val="bg1"/>
                </a:solidFill>
              </a:rPr>
              <a:t>STM32</a:t>
            </a:r>
            <a:r>
              <a:rPr lang="zh-TW" altLang="en-US" dirty="0">
                <a:solidFill>
                  <a:schemeClr val="bg1"/>
                </a:solidFill>
              </a:rPr>
              <a:t>、</a:t>
            </a:r>
            <a:r>
              <a:rPr lang="en-US" altLang="zh-TW" dirty="0">
                <a:solidFill>
                  <a:schemeClr val="bg1"/>
                </a:solidFill>
              </a:rPr>
              <a:t>Raspberry</a:t>
            </a:r>
            <a:r>
              <a:rPr lang="zh-TW" altLang="en-US" dirty="0">
                <a:solidFill>
                  <a:schemeClr val="bg1"/>
                </a:solidFill>
              </a:rPr>
              <a:t>、</a:t>
            </a:r>
            <a:r>
              <a:rPr lang="en-US" altLang="zh-TW" dirty="0">
                <a:solidFill>
                  <a:schemeClr val="bg1"/>
                </a:solidFill>
              </a:rPr>
              <a:t>YOLO</a:t>
            </a:r>
          </a:p>
          <a:p>
            <a:pPr algn="ctr"/>
            <a:r>
              <a:rPr lang="zh-TW" altLang="en-US" dirty="0">
                <a:solidFill>
                  <a:schemeClr val="bg1"/>
                </a:solidFill>
              </a:rPr>
              <a:t>持續設計次世代檢測器</a:t>
            </a:r>
            <a:endParaRPr lang="en-US" altLang="zh-TW" dirty="0">
              <a:solidFill>
                <a:schemeClr val="bg1"/>
              </a:solidFill>
            </a:endParaRPr>
          </a:p>
        </p:txBody>
      </p:sp>
      <p:pic>
        <p:nvPicPr>
          <p:cNvPr id="15" name="圖形 14" descr="放大鏡下的昆蟲">
            <a:extLst>
              <a:ext uri="{FF2B5EF4-FFF2-40B4-BE49-F238E27FC236}">
                <a16:creationId xmlns:a16="http://schemas.microsoft.com/office/drawing/2014/main" id="{4404633A-ED56-930A-3A86-2559A7883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7810" y="647942"/>
            <a:ext cx="914400" cy="914400"/>
          </a:xfrm>
          <a:prstGeom prst="rect">
            <a:avLst/>
          </a:prstGeom>
        </p:spPr>
      </p:pic>
      <p:pic>
        <p:nvPicPr>
          <p:cNvPr id="17" name="圖形 16" descr="程式設計師">
            <a:extLst>
              <a:ext uri="{FF2B5EF4-FFF2-40B4-BE49-F238E27FC236}">
                <a16:creationId xmlns:a16="http://schemas.microsoft.com/office/drawing/2014/main" id="{686B0870-7F3B-7CA0-CBE4-58F0E7153C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32167" y="2448656"/>
            <a:ext cx="914400" cy="914400"/>
          </a:xfrm>
          <a:prstGeom prst="rect">
            <a:avLst/>
          </a:prstGeom>
        </p:spPr>
      </p:pic>
      <p:pic>
        <p:nvPicPr>
          <p:cNvPr id="19" name="圖形 18" descr="銀行支票">
            <a:extLst>
              <a:ext uri="{FF2B5EF4-FFF2-40B4-BE49-F238E27FC236}">
                <a16:creationId xmlns:a16="http://schemas.microsoft.com/office/drawing/2014/main" id="{F33665B4-3A60-4EAD-4BB4-FF006F8E05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9248" y="1355967"/>
            <a:ext cx="914400" cy="914400"/>
          </a:xfrm>
          <a:prstGeom prst="rect">
            <a:avLst/>
          </a:prstGeom>
        </p:spPr>
      </p:pic>
      <p:pic>
        <p:nvPicPr>
          <p:cNvPr id="21" name="圖形 20" descr="有箭號的圓圈">
            <a:extLst>
              <a:ext uri="{FF2B5EF4-FFF2-40B4-BE49-F238E27FC236}">
                <a16:creationId xmlns:a16="http://schemas.microsoft.com/office/drawing/2014/main" id="{74ED9F8E-F923-404F-A795-B34729D6C9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0991" y="898767"/>
            <a:ext cx="914400" cy="914400"/>
          </a:xfrm>
          <a:prstGeom prst="rect">
            <a:avLst/>
          </a:prstGeom>
        </p:spPr>
      </p:pic>
      <p:pic>
        <p:nvPicPr>
          <p:cNvPr id="25" name="圖形 24" descr="橡皮鴨">
            <a:extLst>
              <a:ext uri="{FF2B5EF4-FFF2-40B4-BE49-F238E27FC236}">
                <a16:creationId xmlns:a16="http://schemas.microsoft.com/office/drawing/2014/main" id="{D11BAB4C-EFE7-CEE1-FA6E-6AAED63939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0405" y="926323"/>
            <a:ext cx="914400" cy="914400"/>
          </a:xfrm>
          <a:prstGeom prst="rect">
            <a:avLst/>
          </a:prstGeom>
        </p:spPr>
      </p:pic>
      <p:pic>
        <p:nvPicPr>
          <p:cNvPr id="27" name="圖形 26" descr="電腦">
            <a:extLst>
              <a:ext uri="{FF2B5EF4-FFF2-40B4-BE49-F238E27FC236}">
                <a16:creationId xmlns:a16="http://schemas.microsoft.com/office/drawing/2014/main" id="{86852C6F-0F85-92E3-381E-FAF1545E23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898683" y="2586030"/>
            <a:ext cx="914400" cy="914400"/>
          </a:xfrm>
          <a:prstGeom prst="rect">
            <a:avLst/>
          </a:prstGeom>
        </p:spPr>
      </p:pic>
      <p:pic>
        <p:nvPicPr>
          <p:cNvPr id="29" name="圖形 28" descr="虛擬實境頭戴式裝置">
            <a:extLst>
              <a:ext uri="{FF2B5EF4-FFF2-40B4-BE49-F238E27FC236}">
                <a16:creationId xmlns:a16="http://schemas.microsoft.com/office/drawing/2014/main" id="{EE7C1C34-E8E9-CF07-C70C-FE0DBFF974F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98683" y="3606158"/>
            <a:ext cx="914400" cy="914400"/>
          </a:xfrm>
          <a:prstGeom prst="rect">
            <a:avLst/>
          </a:prstGeom>
        </p:spPr>
      </p:pic>
      <p:pic>
        <p:nvPicPr>
          <p:cNvPr id="37" name="圖形 36" descr="資料庫">
            <a:extLst>
              <a:ext uri="{FF2B5EF4-FFF2-40B4-BE49-F238E27FC236}">
                <a16:creationId xmlns:a16="http://schemas.microsoft.com/office/drawing/2014/main" id="{8B3C5C27-FD7A-ECB2-9A48-029D5A8362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14157" y="3005993"/>
            <a:ext cx="914400" cy="914400"/>
          </a:xfrm>
          <a:prstGeom prst="rect">
            <a:avLst/>
          </a:prstGeom>
        </p:spPr>
      </p:pic>
      <p:pic>
        <p:nvPicPr>
          <p:cNvPr id="39" name="圖形 38" descr="想法泡泡">
            <a:extLst>
              <a:ext uri="{FF2B5EF4-FFF2-40B4-BE49-F238E27FC236}">
                <a16:creationId xmlns:a16="http://schemas.microsoft.com/office/drawing/2014/main" id="{D95A9312-F6C0-3239-9041-B1111DA5373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7114" y="453164"/>
            <a:ext cx="688880" cy="68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95</Words>
  <Application>Microsoft Office PowerPoint</Application>
  <PresentationFormat>寬螢幕</PresentationFormat>
  <Paragraphs>18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BIZ UDPGothic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教傑 黃</dc:creator>
  <cp:lastModifiedBy>教傑 黃</cp:lastModifiedBy>
  <cp:revision>5</cp:revision>
  <dcterms:created xsi:type="dcterms:W3CDTF">2025-08-02T19:23:38Z</dcterms:created>
  <dcterms:modified xsi:type="dcterms:W3CDTF">2025-08-03T06:34:57Z</dcterms:modified>
</cp:coreProperties>
</file>